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64592" cy="146304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Detección de anomalías en contrataciones públicas (DNCP Paraguay)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6472"/>
                </a:solidFill>
              </a:defRPr>
            </a:pPr>
            <a:r>
              <a:t>Del portal OCDS + PDFs de pliegos hasta features por licitación</a:t>
            </a:r>
            <a:br/>
            <a:r>
              <a:t>Pipeline ETL de 7 etapas · datos 2021–2025/2026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¿Se puede detectar riesgo de anomalía a partir de los pliegos y de la trayectoria OCDS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No hay etiquetas públicas de corrupción en Paraguay, por lo que se trabaja con "red flags"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Se combinan datos estructurados (quién ganó, a qué precio, con qué oferta) con el texto no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La hipótesis de trabajo sigue a Katona &amp; Fazekas (2024): el texto de los llamados predice riesgo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Arquitectura del pipeline (visión general)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El pipeline va de las fuentes públicas (bulk OCDS + PDFs de pliegos) hasta la matriz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De los ZIP `masivo_{year}.zip` (CSV estructurados) → PostgreSQL: 17 tablas OCDS.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De los PDFs de pliegos → texto → secciones (~2.78M) → limpieza → `pliegos_secciones`.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Python (Pipeline 2) extrae 81 campos: 69 con regex determinista + 12 con LLM local (fallback).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Se construyen 3 matrices de features por licitación (estructura, pliego, economía) que alimentan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graficos/flujo_pipeline.png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Etapa 0 · Fuentes de datos (detalle)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Dos fuentes complementarias del Portal DNCP: el bulk OCDS estructurado y los PDFs de pliegos, unidos por nro_licitacion.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graficos/etl_1_fuente.png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Bulk oficial: mismo corte para las 17 tablas, sin límites de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Etapa E · Extracción (detalle)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Seis pasos llevan del ZIP y los PDFs crudos a 2.78M de secciones limpias, con checkpoints por año.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graficos/etl_2_extraccion.png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Tika + PyPDF2 + asyncio · 5 casos de límite resueltos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Etapa T · Transformación (detalle)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81 campos por licitación: 69 por regex determinista y 12 por LLM híbrido con postproceso compartido.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graficos/etl_3_transformacion.png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Híbrido H = 68.3 supera a regex puro (67.0) y a LLM solo (63.1) sobre GT humano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Etapa L · Carga (detalle)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Todo queda en PostgreSQL dncp: 17 tablas OCDS, secciones particionadas y 3 matrices de features consultables en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graficos/etl_4_carga.png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COPY por lotes · ON CONFLICT DO NOTHING · checkpoints idempotentes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Aplicación del algoritmo (candidatos)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Los insumos ya están calculados; la familia de algoritmos se decide con los tutores según precisión, explicabilidad, novedad y costo.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`GráficaFull:` graficos/etl_5_algoritmo.png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6 familias evaluadas: ensemble, CRI+Benford, screens, co-oferta, supervisado,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Origen de los datos (fuentes)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Los datos estructurados se descargaron como bulk CSV OCDS (`masivo.zip`) en lugar de 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El portal público `contrataciones.gov.py` publica datos OCDS en CSV agrupados por año como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La elección de bulk y no API en vivo busca reproducibilidad y completitud; el motivo "rate limit"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Scripts: `src/etl/extractors/ocds_csv_extractor.py` y `scripts/run_ocds_csv_pipeline.py` con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graficos/tamano_masivo_zip.png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Filtro inicial: solo pliegos electrónicos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Antes de descargar nada se filtró la lista de documentos para conservar solo los pliegos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De `tender_documents` se conservan solo registros con `format == application/pdf` y tipo "Pliego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El filtro deduplica por `nro_licitacion` y deja una whitelist de ~31,387 licitaciones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Los pliegos escaneados u otros formatos se descartaron antes de la descarga: es un filtro 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Descarga masiva y óptima de PDFs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Los pliegos se bajan del portal en paralelo con un descargador asíncrono para completar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Se usó un descargador asíncrono (`src/utils/file_async_downloader.py` + `async_download_pipeline.py`)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Cada archivo bajado se descomprime si es `.zip/.rar` interno y se extrae el PDF, descartando el resto.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Se renombró cada PDF a `{year}_{categoria_id}_{nro_licitacion}.pdf` y se organizó en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graficos/pdfs_por_anio.png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Estrategia de extracción: outlines del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Además del texto plano, se aprovecha la estructura del propio PDF (su índice/bookmarks)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Cada PDF se parsea con **Apache Tika** (contenedores Podman paralelos, puertos 9998/9999,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Con PyPDF2 + pdfplumber se extraen los **outlines/bookmarks** (`pdf_outline_extractor.py`),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Nota: el `docker/docker-compose-tika.yml` referido no está en el repo (carpeta `docker/` vacía),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Cruce outlines + líneas → secciones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Cada título del índice se matchea contra su línea en el cuerpo y se delimita la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Normalización `normalize_exact` (NFKD, sin acentos/puntuación, minúsculas) para cruzar el título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`determine_section_end` resuelve 5 casos: mismo-página, entre páginas (corte al final de la página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Fixes documentados: Issue A (subtítulo "Adenda" que absorbía páginas ajenas) e Issue C (última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Resultado: **~2.78M secciones** en `pliegos_secciones`.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Limpieza y calidad del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El texto se limpia sistemáticamente para normalizar el contenido y descartar 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`content_cleaning_pipeline.py` (`clean_content_field`) aplica en orden: quita `\r`, une guiones de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Salida por sección: `content_clean[]`, `content_text` y `content_length_clean`; se descartan las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Se calcula `word_count` recalculado para las 2,775,485 secciones (media 204.5 palabras/sección).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Carga a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Las secciones se cargan a PostgreSQL de forma idempotente, particionada por año y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Tabla `pliegos_secciones` **particionada por año** (LIST(year), particiones `_2021.._2025`), con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Carga con **COPY** (`execute_values`) en batches de 10,000 y commit por batch para evitar OOM del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Upserts `ON CONFLICT DO NOTHING` + checkpoint por año (`.sections_db_done_{year}`) → idempotente.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El resto de las tablas OCDS del bulk (17) se carga con el orden de claves foráneas respetado.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Volúmenes por capa (resultado)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Resultado numérico de cada etapa del pipeline, desde las fuentes hasta las features por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Cadena verificada: 31,387 whitelist → 32,785 PDFs → ~2.78M secciones → 31,321 documentos con features.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graficos/volumenes_capas.png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Features estructuradas y semánticas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Se construyen tres matrices de features por licitación: estructurales del pliego,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`document_features_v2`: 31,321 × 108 — 81 campos de pliego (69 regex + 12 hybrid) sobre 25 títulos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`document_economic_features`: 29,811 × 46 — 12 campos económicos derivados (oferta única,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`document_features`: 31,321 × 571 — estructurales por título (`has_`, `len_`, `tok_`, `word_`,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graficos/campos_schema.png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Estrategias de extracción comparadas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Se compararon 5 estrategias (regex puro, regex+postproceso, LLM crudo, LLM+postproceso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Benchmark `data/processed/alolab/comparativa_estrategias.csv`: media de acc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El **postproceso determinista** aporta +12 pp al LLM (51→63.1); el híbrido añade +5 pp más (68.3).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El regex determinista alcanza 100% en campos de plantilla (pct uniformes, conteo de ítems nivel 1).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graficos/comparativa_estrategias.png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regex vs LLM: sustento académico (🟡 decisión)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La decisión abierta es cómo extraer los campos del texto de pliego. La arquitectura 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**Regex/determinista**: reproducible y sin costo por documento; red flags computables con datos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**LLM con postproceso**: cobertura semántica; el texto predice oferta única 77→82% (Katona &amp;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Evidencia propia: Llama 3.1 8B-AWQ local = **100/100** sobre golden set humano (Sesión 14);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Propuesta: **híbrido** — regex por defecto cuando hay patrón plantilla, LLM como fallback para lo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¿Qué campos van a regex y cuáles a LLM? Criterios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De los 81 campos, **69 son regex y 12 hybrid**. La elección no fue arbitraria: se aplicó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**Regla**: si el pliego usa un **patrón plantilla estable** y la regex valida **≥90% con 0 falsos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Si el valor exige **comprensión semántica o desambiguación** (días asociados a una cláusula, ratios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**Portados a regex** (ejemplos): `num_categorias_documentos` (conteo ítems nivel 1, 100%, +88pp),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**Se quedan en LLM** (ejemplos): `dias_notificacion_fuerza_mayor` (regex solo 5.5% vs LLM 94.5%),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**3 irresolubles**: `num_componentes_formula`, `num_documentos_pago`, `num_pasos_verificacion` —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graficos/portes_regex.png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Setup de IA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Todo el LLM corre en local: una RTX 4070 Ti SUPER 16 GB con vLLM 0.23.0 en WSL2 (y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GPU **RTX 4070 Ti SUPER 16 GB** (VRAM útil ~15.6 GB tras matar NVIDIA Overlay, Warp, Edge, SearchApp)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Motor principal: **vLLM 0.23.0** en WSL2 (`/root/vllm-env/bin/python`); se fija 0.23.0 porque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**Formato AWQ nativo** (GGUF está deprecated en vLLM); el kernel `awq_marlin` solo sirve para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Runtime secundario: **llama.cpp `llama-server.exe` en Windows** (puerto 1234) para probar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Detalle completo: `setup_ia_benchmark.md`.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Benchmark de 12+ modelos locales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Se evaluaron 12+ modelos en GGUF y AWQ (muestras de 5 a 80) hasta elegir el campeón: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**🥇 Mistral 7B v0.3 AWQ** (awq_marlin): 100% en 10/10, **1.61s**, F1 **94.0%**, 64-77 tok/s,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**🥇 Llama 3.1 8B AWQ** (awq_marlin): 100% en 5/5, **1.93s**, F1 **96.4%**, 55-68 tok/s,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Alternativas AWQ: Qwen2.5 14B (2.46s, F1 93.3%), Qwen3-8B (4.80s), Qwen3-14B (5.29s), Phi-4 (90%,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GGUF deprecado: Mistral 7B GGUF (100%, 4.90s) es 3× más lento que AWQ; Qwen3-14B (100%, 5.10s).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Proyección para ~324K docs del fallback: **~4h** (Mistral) o **~5.8h** (Llama) con continuous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graficos/benchmark_modelos.png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Concurrencia: vLLM agrupa requests con continuous batching (hasta 35× en paralelo); llama-server solo atiende 1 slot secuencial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Impacto en producción (324K docs): Mistral AWQ 35× ≈ 4 h vs Qwen3.8 llama.cpp secuencial ≈ 5.3 días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 59.6% a 100%: prompts + proceso AloLab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La precisión del LLM en los campos difíciles subió de 59.6% a 100% iterando con un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Baseline (460 muestras, campos hybrid): 274/460 = **59.6%** → con el prompt "primera línea"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**Guided decoding** (regex vLLM que obliga a emitir número o NULL): misma precisión 83.9% pero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**AloLab** (Sesión 14): script exporta los errores del modelo sobre 100 GT humanas → el agente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Los falsos positivos se corrigen mejor en **postprocess determinista** (ej. conversión meses→días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Few-shot retrieval se probó y se **descartó** (empeoraba: 95% → 85%). Detalle en `setup_ia_benchmark.md`.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graficos/alolab_rondas.png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Quedan tres frentes abiertos: ejecutar el fallback LLM (~324K docs pendientes), validar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**Fallback LLM en producción**: 12 campos hybrid con conf &lt; 0.8 (~324K documentos); pipeline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**Schema validation del clustering**: 2/10 títulos validados (faltan 9).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**Modelado de anomalías**: hoja de ruta Benford → CRI → ISF/ECOD → co-bidding → supervisado con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`Gráfica:` graficos/proyeccion_fallback.png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0116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i="1">
                <a:solidFill>
                  <a:srgbClr val="7A3FA0"/>
                </a:solidFill>
              </a:defRPr>
            </a:pPr>
            <a:r>
              <a:t>El proyecto entrega un corpus limpio, trazable y reproducible, listo para el modelado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Pipeline reproducible, idempotente y particionado por año (2021–2025, parcial 2026).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Extracción de campos validada con LLM local (100/100 en golden set humano) + capa determinista.</a:t>
            </a:r>
          </a:p>
          <a:p>
            <a:pPr>
              <a:spcAft>
                <a:spcPts val="700"/>
              </a:spcAft>
              <a:defRPr sz="1500">
                <a:solidFill>
                  <a:srgbClr val="262B33"/>
                </a:solidFill>
              </a:defRPr>
            </a:pPr>
            <a:r>
              <a:t>• Preguntas y comentarios.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